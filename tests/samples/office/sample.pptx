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摸鱼工具箱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用于验证 PowerPoint 转 PDF。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